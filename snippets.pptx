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7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/>
    <p:restoredTop sz="94675"/>
  </p:normalViewPr>
  <p:slideViewPr>
    <p:cSldViewPr snapToGrid="0">
      <p:cViewPr>
        <p:scale>
          <a:sx n="120" d="100"/>
          <a:sy n="120" d="100"/>
        </p:scale>
        <p:origin x="360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03A7-7B50-CD3F-F340-50BF9FCC7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EFA6F-3174-C142-B0F6-468CB2497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D3E51-DE2A-2625-FDC3-E6289BAA4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F5374-6B90-0B9F-A511-11E1DF651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B00C8-11B2-091D-28B4-82C2400D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41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65438-39BD-0089-01A6-CC35689E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04FD-42F3-80BE-AF63-EFA844387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5DF4F-1D1C-F819-7653-E1C6358DE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3FA49-DC1C-0D3B-11BE-224E86926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30293-A935-9005-101E-77036BC4D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7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A210-CA31-4CE9-E7B1-ADEAE0DA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6A947-5722-C37B-6EEE-1BEE45F53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0C080-F5C5-4C40-BC02-C64A2AC0F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CB160-3A94-298D-81CC-3F3444B65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EEDA6-ACF1-DAC4-1015-CC048D98B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58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AE89B-AA9D-FC11-269F-7C124831A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130E-8149-EBD7-DF25-0485BC0B7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E514E-97C7-D293-D71D-715DB77DD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7FD35-79E0-4875-5B3E-D1950C99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46D32-8BA2-4F68-9425-61877EFE8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5E92D-187A-9623-2A10-69A9B3BEE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7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85F63-D992-326C-BED6-2BEBED16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6695D-E923-20FE-012A-D910382F7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02C7C-476B-24B5-BCF4-5D30D6FD9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7BCE0-45C3-57AF-4F63-884B087C1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26A981-5D12-70D1-59A0-2580D9BE21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47F243-D57A-284B-B51B-B06B6A1EC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F414E1-EC6B-6D8E-7F1F-A79BCE465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56A7C0-AD78-0DC1-4394-704AEB28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6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756C-4F69-28FE-F70C-D5E0ED8D0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6BCB08-75B4-853B-D7E4-FFC782D5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CA718-367C-CC3C-3144-5D6A70609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FBB2B-7B98-964F-38E2-759D9144D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34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808836-1399-D1B8-F2E8-478486B5A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A8841-AB3C-E45F-BB0E-34BC19D6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F930F-B99C-25F4-E28B-2C6BCDCB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78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CDC9-067C-3150-4C1E-E1BF8BB41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554B0-6D76-03AA-9E0B-AC91AB430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23F6D5-9B2D-89BE-9FFA-8A1540989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55634-053E-C656-B455-D3325C50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7BDC7-5B1C-B35F-B86D-1F8E27F7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EE4C7-9610-A8CB-6095-C5B5EE9DA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08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8D9A-50CC-96D5-35B8-052E8B5E0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0E10E8-E3FC-DA53-7571-8E20C3C74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F2DFE-3E55-33AF-6E61-A8FADBEE7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C4024-D1E9-9ECC-32A5-290E19B71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CD0F6-4FC6-F54C-E5ED-E9D9973A8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6013F-F52F-7845-D82E-EB70B4C6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4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17BF-C23F-8697-185F-9F8211E8E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99BD9-504A-88F8-8882-A9AD99E2F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68BF6-166F-5D34-417E-7DE3E979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1A047-DDDE-9E25-2A15-C6FC559C5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DC73C-6183-880B-9C1F-4F85BD9B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05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4E3BB3-A261-5C62-5C35-6F4365780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056749-4324-F7AA-55F2-7298458E2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A7342-9AF8-3588-5313-3F140C23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3F85B-EA30-BB7B-DDC3-0CD59509F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8E14E-1A21-7E46-223D-DC2A4D8DC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64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90F88F-8426-03A5-3337-E638BD8A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FDEEB-D23D-EA70-1779-4DBDF6575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971D8-6AF1-18D1-DACF-D59F12FED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5E3B85-3B0A-0346-869B-B393D33435EE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F1B0B-7C40-F7CE-5041-65424BC89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0D3C0-76EA-1D5F-A4E9-A04AF7251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7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circle with colorful blocks&#10;&#10;Description automatically generated">
            <a:extLst>
              <a:ext uri="{FF2B5EF4-FFF2-40B4-BE49-F238E27FC236}">
                <a16:creationId xmlns:a16="http://schemas.microsoft.com/office/drawing/2014/main" id="{92EBF9F4-5B93-E702-3841-E3499B327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1449" y="5137355"/>
            <a:ext cx="1270000" cy="1257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 descr="A close-up of black text&#10;&#10;Description automatically generated">
            <a:extLst>
              <a:ext uri="{FF2B5EF4-FFF2-40B4-BE49-F238E27FC236}">
                <a16:creationId xmlns:a16="http://schemas.microsoft.com/office/drawing/2014/main" id="{DB8CCA1E-3121-6F22-8F23-30C7DED2B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940" y="1201161"/>
            <a:ext cx="2170102" cy="1303711"/>
          </a:xfrm>
          <a:prstGeom prst="rect">
            <a:avLst/>
          </a:prstGeom>
        </p:spPr>
      </p:pic>
      <p:pic>
        <p:nvPicPr>
          <p:cNvPr id="12" name="Picture 11" descr="A screen shot of a chart&#10;&#10;Description automatically generated">
            <a:extLst>
              <a:ext uri="{FF2B5EF4-FFF2-40B4-BE49-F238E27FC236}">
                <a16:creationId xmlns:a16="http://schemas.microsoft.com/office/drawing/2014/main" id="{AF164587-0ECA-2FEF-C93F-A6C9DB934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075" y="1201161"/>
            <a:ext cx="1590318" cy="17248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5559C4-54B0-F49E-1B7C-7D9CD2857207}"/>
              </a:ext>
            </a:extLst>
          </p:cNvPr>
          <p:cNvSpPr txBox="1"/>
          <p:nvPr/>
        </p:nvSpPr>
        <p:spPr>
          <a:xfrm>
            <a:off x="3241481" y="831829"/>
            <a:ext cx="208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Functional Domains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779085-781A-33C2-9639-B924D1D26ED6}"/>
              </a:ext>
            </a:extLst>
          </p:cNvPr>
          <p:cNvSpPr txBox="1"/>
          <p:nvPr/>
        </p:nvSpPr>
        <p:spPr>
          <a:xfrm>
            <a:off x="5412580" y="831829"/>
            <a:ext cx="2258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Neuroimaging metrics</a:t>
            </a:r>
          </a:p>
        </p:txBody>
      </p:sp>
      <p:pic>
        <p:nvPicPr>
          <p:cNvPr id="16" name="Picture 15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6958C9E8-FFEC-D8A8-4B15-CE63F456EA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74" y="3932017"/>
            <a:ext cx="7772400" cy="2836479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92FBB2F6-2C40-D2AF-9A11-8AB2EDE792DE}"/>
              </a:ext>
            </a:extLst>
          </p:cNvPr>
          <p:cNvSpPr/>
          <p:nvPr/>
        </p:nvSpPr>
        <p:spPr>
          <a:xfrm>
            <a:off x="5069753" y="1800661"/>
            <a:ext cx="333371" cy="262912"/>
          </a:xfrm>
          <a:prstGeom prst="rightArrow">
            <a:avLst/>
          </a:prstGeom>
          <a:solidFill>
            <a:srgbClr val="4270C4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DD51B7-D0FE-4364-2DE5-3B9784126E79}"/>
              </a:ext>
            </a:extLst>
          </p:cNvPr>
          <p:cNvSpPr txBox="1"/>
          <p:nvPr/>
        </p:nvSpPr>
        <p:spPr>
          <a:xfrm>
            <a:off x="5521743" y="2504872"/>
            <a:ext cx="20404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Extracted using atlas-based regions of interest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AD1FB4F2-CD2D-C7A0-152D-D36A07557A9F}"/>
              </a:ext>
            </a:extLst>
          </p:cNvPr>
          <p:cNvSpPr/>
          <p:nvPr/>
        </p:nvSpPr>
        <p:spPr>
          <a:xfrm>
            <a:off x="7671402" y="1800660"/>
            <a:ext cx="333371" cy="262912"/>
          </a:xfrm>
          <a:prstGeom prst="rightArrow">
            <a:avLst/>
          </a:prstGeom>
          <a:solidFill>
            <a:srgbClr val="4270C4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ink and blue brain&#10;&#10;Description automatically generated">
            <a:extLst>
              <a:ext uri="{FF2B5EF4-FFF2-40B4-BE49-F238E27FC236}">
                <a16:creationId xmlns:a16="http://schemas.microsoft.com/office/drawing/2014/main" id="{D9F63B69-6C66-8D2D-E547-FD711F12D1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6504" y="1714520"/>
            <a:ext cx="807441" cy="8637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E2292AE-53E9-2E41-50B1-E54CB6B6775F}"/>
              </a:ext>
            </a:extLst>
          </p:cNvPr>
          <p:cNvSpPr txBox="1"/>
          <p:nvPr/>
        </p:nvSpPr>
        <p:spPr>
          <a:xfrm>
            <a:off x="7838087" y="1201161"/>
            <a:ext cx="1481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&gt; 150 features of interest</a:t>
            </a:r>
          </a:p>
        </p:txBody>
      </p:sp>
    </p:spTree>
    <p:extLst>
      <p:ext uri="{BB962C8B-B14F-4D97-AF65-F5344CB8AC3E}">
        <p14:creationId xmlns:p14="http://schemas.microsoft.com/office/powerpoint/2010/main" val="98828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4523</TotalTime>
  <Words>15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Louise Carlson</dc:creator>
  <cp:lastModifiedBy>Helen Louise Carlson</cp:lastModifiedBy>
  <cp:revision>1</cp:revision>
  <dcterms:created xsi:type="dcterms:W3CDTF">2025-11-11T22:06:53Z</dcterms:created>
  <dcterms:modified xsi:type="dcterms:W3CDTF">2025-11-15T01:29:56Z</dcterms:modified>
</cp:coreProperties>
</file>